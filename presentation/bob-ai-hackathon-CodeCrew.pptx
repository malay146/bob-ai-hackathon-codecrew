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0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051560"/>
            <a:ext cx="4754880" cy="4754880"/>
          </a:xfrm>
          <a:prstGeom prst="ellipse">
            <a:avLst/>
          </a:prstGeom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092440" y="1554480"/>
            <a:ext cx="3749040" cy="3749040"/>
          </a:xfrm>
          <a:prstGeom prst="ellipse">
            <a:avLst/>
          </a:prstGeom>
          <a:ln w="15875">
            <a:solidFill>
              <a:srgbClr val="1D2D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595360" y="2057400"/>
            <a:ext cx="2743200" cy="2743200"/>
          </a:xfrm>
          <a:prstGeom prst="ellipse">
            <a:avLst/>
          </a:prstGeom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98280" y="2560320"/>
            <a:ext cx="1737360" cy="1737360"/>
          </a:xfrm>
          <a:prstGeom prst="ellipse">
            <a:avLst/>
          </a:prstGeom>
          <a:ln w="15875">
            <a:solidFill>
              <a:srgbClr val="1D2D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0" y="3063240"/>
            <a:ext cx="731520" cy="731520"/>
          </a:xfrm>
          <a:prstGeom prst="ellipse">
            <a:avLst/>
          </a:prstGeom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912096" y="117957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466576" y="305409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723376" y="479145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826496" y="506577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2315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 · S1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WaferLens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Yield Root Cause &amp; Defect Pattern Analyser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Statistics-driven root-cause ranking, batch risk scoring, and IBM Bob / watsonx.ai narration for semiconductor fabs.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806440"/>
            <a:ext cx="4114800" cy="0"/>
          </a:xfrm>
          <a:prstGeom prst="line">
            <a:avLst/>
          </a:prstGeom>
          <a:noFill/>
          <a:ln w="12700">
            <a:solidFill>
              <a:srgbClr val="3A4A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CodeCrew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AI Innovation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1% yield slip is a multi-million-dollar month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advanced 3nm/5nm nodes, root causes hide across thousands of equipment sensors and process parameters. Engineers spend weeks tracing a failure back to its source — and every day of delay is lost revenue.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month from just a 1% yield drop at leading nodes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4231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manually tracing a defect back to its root cause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4231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0" y="2880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1248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— batches are judged only after they fail, not before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WaferLens: a statistics-first yield co-pilot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UCI SECOM dataset — 590 real sensor readings per lot with pass/fail outcomes. No black-box ML required: transparent correlation and deviation math that any process engineer can audit.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4048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313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root causes by probability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Point-biserial correlation ranks the top 25 sensors against historical FAIL outcomes fab-wide.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192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upcoming batch, before it runs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0–100 risk score, driven by z-score deviation from the healthy baseline, flags at-risk batches early.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336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any batch on demand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88720" y="4480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raw sensor readings into “Check Batch” and get an instant risk score plus ranked causes — no pre-seeding needed.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1480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056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in plain English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88720" y="5394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Bob” and watsonx.ai turn ranked statistics into an engineer-ready explanation and recommended fix.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sensor data to an engineer-ready answer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901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SECOM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 sensors / lot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212848"/>
            <a:ext cx="41148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DC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0" y="1901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+ seeds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2212848"/>
            <a:ext cx="41148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DC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57800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(Prisma)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2951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· sensors · findings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08192" y="2606040"/>
            <a:ext cx="0" cy="4572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566160" y="306324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03320" y="31363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5295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z-score · risk scoring — pure math, no ML libraries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3840480"/>
            <a:ext cx="0" cy="50292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32636" y="3840480"/>
            <a:ext cx="0" cy="50292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80960" y="3840480"/>
            <a:ext cx="2286000" cy="50292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359153" y="43434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96313" y="4416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(Next.js)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50593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risk watch · check batch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33467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1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57800" y="440782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89245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Granite-3-8B narration (optional, graceful fallback)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78240" y="43434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1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915400" y="4416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69680" y="4901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 exposed to IBM Bob agent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9313" y="5212080"/>
            <a:ext cx="0" cy="3200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473952" y="5203354"/>
            <a:ext cx="0" cy="3200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241280" y="5212080"/>
            <a:ext cx="0" cy="3200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3152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process engineer sees a ranked, explained, actionable result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“Check Batch” — predicting failure before it happens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answer to the challenge's hardest ask: flagging at-risk batches before they run, not after they fail.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sensor readings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one raw SECOM-format line — or pull a real upcoming batch sample with one click.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14216" y="3977640"/>
            <a:ext cx="246888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4213D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scores it instantly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840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deviation against the healthy baseline produces a 0–100 risk score in real time.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54696" y="3977640"/>
            <a:ext cx="246888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412480" y="26060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124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841248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causes + fixes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840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suspect sensors are ranked by probability, each with a concrete corrective-action recommendation.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engine also powers “Ask Bob” chat and the per-lot root-cause detail pages — one reasoning core, three surfaces.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TECHNOLOGY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Load-bearing, not name-dropped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709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ibm/granite-3-8b-instruct via the watsonx.ai text generation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ranked statistical findings into a concise, engineer-facing explanation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both the lot explainer and the at-risk batch summary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design: if credentials are absent, the app falls back to templated text — the analysis itself never depends on the LLM being reachable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132320" y="2029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IBM Bob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697480"/>
            <a:ext cx="4434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tools exposed over MCP: get_fab_overview, get_lot_root_causes, list_at_risk_batches, explain_lot, explain_risk, ask_bob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IBM Bob agent can query live wafer-yield data and reasoning directly — not a static integration mention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reasoning core (lib/assistant.ts) backs both the in-app “Ask Bob” chat and the external agent tools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standalone via npm run mcp (stdio transport)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today — and where it goes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1,567 real historical SECOM wafer lots analysed — 93.2% yield, top suspect sensors ranked fab-wide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upcoming batches scored for risk, with retrospective accuracy checked against real outcomes on Risk Watch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Per-lot root-cause drilldown with cached, ranked findings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“Check Batch” tool for any raw sensor 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SECOM-format dataset import via the 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defect-pattern image analysis (e.g. WM-811K) — SECOM has sensor readings only, no defect imagery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IBM Bob's real CLI/config once published — the MCP server is spec-ready today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root-cause/risk statistics from in-memory to SQL-side for larger, continuously-running fabs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hardening: authentication and multi-fab tenancy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5720"/>
            <a:ext cx="2377440" cy="2377440"/>
          </a:xfrm>
          <a:prstGeom prst="ellipse">
            <a:avLst/>
          </a:prstGeom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509760" y="411480"/>
            <a:ext cx="1645920" cy="1645920"/>
          </a:xfrm>
          <a:prstGeom prst="ellipse">
            <a:avLst/>
          </a:prstGeom>
          <a:ln w="15875">
            <a:solidFill>
              <a:srgbClr val="1D2D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777240"/>
            <a:ext cx="914400" cy="914400"/>
          </a:xfrm>
          <a:prstGeom prst="ellipse">
            <a:avLst/>
          </a:prstGeom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WaferLens — Team CodeCrew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41248" y="247802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1248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Tirth Sorathia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63040" y="273405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41248" y="3364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3101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Himpadma Patel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36210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05656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41248" y="4251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4124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970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Dheyansh Patel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63040" y="45079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992624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1D2D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41248" y="51389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41248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50840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 Patel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463040" y="5394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https://github.com/Malay146/bob-ai-hackathon-CodeCrew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828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sorathia24ts@gmail.com</cp:lastModifiedBy>
  <cp:revision>2</cp:revision>
  <dcterms:created xsi:type="dcterms:W3CDTF">2026-09-15T08:26:36Z</dcterms:created>
  <dcterms:modified xsi:type="dcterms:W3CDTF">2026-09-15T08:55:24Z</dcterms:modified>
</cp:coreProperties>
</file>